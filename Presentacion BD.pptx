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B271E-13B5-3E84-C0ED-7B5615EA4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CBBED1-56DB-106D-404F-F9C530D7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923872-7792-2DF0-C94C-839CA09E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651E1E-8585-D623-10CD-3BE40F44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6B81AA-27BE-F225-AA45-93FA7D94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3106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E30B3-6ED8-0435-7DA1-857F4F1E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086783-7576-05EE-E34A-7A0644954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B5A91-8399-1673-B887-4D866F38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F3E519-F2ED-EEEC-A0EC-B718EEC4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049FB-929C-6E85-0FDD-FA364B97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086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92431-9BCB-467E-91ED-BE7A9EB2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E7AA26-23B7-F35D-0C72-D58756063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6C9FE6-D2A9-F3B2-1D73-3D463F5C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D4E9AA-061B-CC3F-6515-9F1A9FD6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18F004-5B2A-9A69-C264-29E44AB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61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E0B93-AF7F-0C9F-51A8-3AD6605F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52180-7F1B-FE5C-19E2-6D41D316D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DB041A-3641-1AE3-09DE-888BB3582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B7D99B-6716-926D-9223-9214BE90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F767BE-D5E6-2CD8-9391-CAFDDAF6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DAB642-9F9B-A305-9647-F2989500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164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E58B1-403F-7E37-EF97-4D0B9DDB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84357-DEBB-497D-2559-A2C846AB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16B8C0-E5B4-78A3-2C88-71A37AF36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55DBB0-4EEC-6324-3C8C-7565A27AD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D2AE5F-E492-D58A-25AA-81A8B45A1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891385-8A05-7533-456A-FFEF38B3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AE0FD5-4674-41DD-8359-231FA276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B0AB95-1141-04F6-2793-656111F2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033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E8ED7-26DD-3DC7-E133-291375D7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0CA8E2-5D89-6FD5-669A-05F73310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D6009E-69D7-94E4-48D5-22B39B33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0B6F56-63C4-D6AC-4326-68172BB5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941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20B606-6142-CD32-7629-874AE05B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341CC2-8AD3-86AA-9FBB-7B247259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7E0490-581A-6DF1-3312-0F51E8FB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919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F38F9-2096-7D9D-9039-3E69304ED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650FC-7E8C-AE4E-9BA0-E91FED58B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39EEBA-57C8-995F-6756-65AB898C2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47B50D-B334-0688-BC3A-7E24C768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55D889-5B55-7FC5-8F99-BD2BC243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D5E332-492B-0340-F229-B0C59774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067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32403-F8B5-C6FF-600D-764F8B21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3E52BE-FF4D-00C8-EA72-B3769CC2E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BE0C26-DEAC-3F65-4137-EED0307EB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B5E425-9635-94EC-2847-0C197A61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FE8565-0EDA-A57F-B4CE-5A40410A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5A5996-9720-CC8F-2396-6A7A6B4B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83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5FEFA-C7D8-259B-0811-9A1852FC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066C73-5D3F-7A54-CDC2-F2B1A97DA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8931AC-B636-BF6B-05D7-C386F15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464FC2-B9A0-7B6B-CA65-B643D995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0DF8C1-39B2-D9B7-D322-1C51845F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837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E8D2CD-3A44-3FF7-42FE-FCE2FBD68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A41ADB-01C6-C18E-0A43-0F49C1008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3C617-E951-A5AF-7219-0BFB12C2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B36CB4-04E2-3E32-07F7-7A6EE3F4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A64DA9-35DB-35F6-26C1-D82F1B30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4584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65CDAB3-B56A-B9E7-2BD8-77C2693B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9CC523-F17A-CE5A-16AF-16AABB838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CAAB6-1C9E-2CE0-C396-9F5AC810D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67CCA-675A-408B-868E-1378016B71ED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9250DD-B15C-942B-99A7-17B39558D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04799-68DB-ADFF-ADA2-FFA1D19B5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3CE0C-A577-4D3C-892C-447C256ED8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195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6050F-2233-AC7F-E301-08C0F297B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9631"/>
            <a:ext cx="8563895" cy="98307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Ejercicio</a:t>
            </a:r>
            <a:r>
              <a:rPr lang="en-US" dirty="0"/>
              <a:t> de Algebra </a:t>
            </a:r>
            <a:r>
              <a:rPr lang="en-US" dirty="0" err="1"/>
              <a:t>Relacional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F73E28-8882-C0AE-5CCA-477752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84" y="2048543"/>
            <a:ext cx="11897032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AR" b="1" dirty="0"/>
              <a:t>Marca</a:t>
            </a:r>
            <a:r>
              <a:rPr lang="es-AR" dirty="0"/>
              <a:t> = (</a:t>
            </a:r>
            <a:r>
              <a:rPr lang="es-AR" b="1" dirty="0"/>
              <a:t>#marca</a:t>
            </a:r>
            <a:r>
              <a:rPr lang="es-AR" dirty="0"/>
              <a:t>, </a:t>
            </a:r>
            <a:r>
              <a:rPr lang="es-AR" dirty="0" err="1"/>
              <a:t>nombMarca</a:t>
            </a:r>
            <a:r>
              <a:rPr lang="es-AR" dirty="0"/>
              <a:t>, descripción)</a:t>
            </a:r>
          </a:p>
          <a:p>
            <a:pPr algn="l"/>
            <a:r>
              <a:rPr lang="es-AR" b="1" dirty="0"/>
              <a:t>Modelo</a:t>
            </a:r>
            <a:r>
              <a:rPr lang="es-AR" dirty="0"/>
              <a:t> = (</a:t>
            </a:r>
            <a:r>
              <a:rPr lang="es-AR" b="1" dirty="0"/>
              <a:t>#modelo</a:t>
            </a:r>
            <a:r>
              <a:rPr lang="es-AR" dirty="0"/>
              <a:t>, </a:t>
            </a:r>
            <a:r>
              <a:rPr lang="es-AR" dirty="0" err="1"/>
              <a:t>nombModelo</a:t>
            </a:r>
            <a:r>
              <a:rPr lang="es-AR" dirty="0"/>
              <a:t>, descripción)</a:t>
            </a:r>
          </a:p>
          <a:p>
            <a:pPr algn="l"/>
            <a:r>
              <a:rPr lang="es-AR" b="1" dirty="0"/>
              <a:t>Celular</a:t>
            </a:r>
            <a:r>
              <a:rPr lang="es-AR" dirty="0"/>
              <a:t> = (</a:t>
            </a:r>
            <a:r>
              <a:rPr lang="es-AR" b="1" dirty="0"/>
              <a:t>#chip</a:t>
            </a:r>
            <a:r>
              <a:rPr lang="es-AR" dirty="0"/>
              <a:t>, #modelo, #marca, descripción, precio, color, #local, vendido) </a:t>
            </a:r>
            <a:r>
              <a:rPr lang="es-AR" i="1" dirty="0"/>
              <a:t>// vendido será true si fue vendido</a:t>
            </a:r>
            <a:endParaRPr lang="es-AR" dirty="0"/>
          </a:p>
          <a:p>
            <a:pPr algn="l"/>
            <a:r>
              <a:rPr lang="es-AR" b="1" dirty="0"/>
              <a:t>Local</a:t>
            </a:r>
            <a:r>
              <a:rPr lang="es-AR" dirty="0"/>
              <a:t> = (</a:t>
            </a:r>
            <a:r>
              <a:rPr lang="es-AR" b="1" dirty="0"/>
              <a:t>#local</a:t>
            </a:r>
            <a:r>
              <a:rPr lang="es-AR" dirty="0"/>
              <a:t>, calle, </a:t>
            </a:r>
            <a:r>
              <a:rPr lang="es-AR" dirty="0" err="1"/>
              <a:t>nro</a:t>
            </a:r>
            <a:r>
              <a:rPr lang="es-AR" dirty="0"/>
              <a:t>, ciudad, teléfono, </a:t>
            </a:r>
            <a:r>
              <a:rPr lang="es-AR" dirty="0" err="1"/>
              <a:t>razon_social</a:t>
            </a:r>
            <a:r>
              <a:rPr lang="es-AR" dirty="0"/>
              <a:t>)</a:t>
            </a:r>
          </a:p>
          <a:p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0102ED-A1EF-487C-0DDF-2E691EBF23C8}"/>
              </a:ext>
            </a:extLst>
          </p:cNvPr>
          <p:cNvSpPr txBox="1"/>
          <p:nvPr/>
        </p:nvSpPr>
        <p:spPr>
          <a:xfrm>
            <a:off x="147484" y="4172911"/>
            <a:ext cx="116217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Ejercicio</a:t>
            </a:r>
            <a:r>
              <a:rPr lang="en-US" sz="2200" b="1" dirty="0"/>
              <a:t>  4</a:t>
            </a:r>
            <a:r>
              <a:rPr lang="en-US" sz="2200" dirty="0"/>
              <a:t>: </a:t>
            </a:r>
            <a:r>
              <a:rPr lang="es-AR" sz="2200" dirty="0"/>
              <a:t>Listar razón social y teléfono de locales que vendieron celulares con nombre de modelo ‘modelo1’ y que se encuentren en ‘La Plata’.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EB225-C8FE-24C5-A364-831BAB1BB371}"/>
              </a:ext>
            </a:extLst>
          </p:cNvPr>
          <p:cNvSpPr txBox="1"/>
          <p:nvPr/>
        </p:nvSpPr>
        <p:spPr>
          <a:xfrm>
            <a:off x="-29495" y="5410958"/>
            <a:ext cx="124181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Solución</a:t>
            </a:r>
            <a:r>
              <a:rPr lang="en-US" sz="2200" dirty="0"/>
              <a:t>: </a:t>
            </a:r>
            <a:r>
              <a:rPr lang="en-US" sz="2200" b="1" dirty="0"/>
              <a:t>π</a:t>
            </a:r>
            <a:r>
              <a:rPr lang="es-AR" sz="2200" dirty="0"/>
              <a:t> </a:t>
            </a:r>
            <a:r>
              <a:rPr lang="es-AR" sz="2200" dirty="0" err="1"/>
              <a:t>razon_social</a:t>
            </a:r>
            <a:r>
              <a:rPr lang="es-AR" sz="2200" dirty="0"/>
              <a:t>, </a:t>
            </a:r>
            <a:r>
              <a:rPr lang="es-AR" sz="2200" dirty="0" err="1"/>
              <a:t>telefono</a:t>
            </a:r>
            <a:r>
              <a:rPr lang="es-AR" sz="2200" dirty="0"/>
              <a:t> (</a:t>
            </a:r>
            <a:r>
              <a:rPr lang="en-US" sz="2200" b="1" dirty="0"/>
              <a:t>σ</a:t>
            </a:r>
            <a:r>
              <a:rPr lang="es-AR" sz="2200" dirty="0"/>
              <a:t> ciudad = 'La Plata' </a:t>
            </a:r>
            <a:r>
              <a:rPr lang="es-AR" sz="2200" b="1" dirty="0"/>
              <a:t>∧</a:t>
            </a:r>
            <a:r>
              <a:rPr lang="es-AR" sz="2200" dirty="0"/>
              <a:t> modelo = 'modelo1' </a:t>
            </a:r>
            <a:r>
              <a:rPr lang="es-AR" sz="2200" b="1" dirty="0"/>
              <a:t>∧</a:t>
            </a:r>
            <a:r>
              <a:rPr lang="es-AR" sz="2200" dirty="0"/>
              <a:t> vendido = true) (</a:t>
            </a:r>
            <a:r>
              <a:rPr lang="es-AR" sz="2200" dirty="0" err="1"/>
              <a:t>Local</a:t>
            </a:r>
            <a:r>
              <a:rPr lang="es-AR" sz="2200" b="1" dirty="0" err="1"/>
              <a:t>|x|</a:t>
            </a:r>
            <a:r>
              <a:rPr lang="es-AR" sz="2200" dirty="0" err="1"/>
              <a:t>Celular</a:t>
            </a:r>
            <a:r>
              <a:rPr lang="es-AR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662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76EC-A3AA-781D-BF66-E9950F4B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CB258-84B6-7B90-FA20-061520547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7309"/>
            <a:ext cx="4670324" cy="983073"/>
          </a:xfrm>
        </p:spPr>
        <p:txBody>
          <a:bodyPr>
            <a:normAutofit/>
          </a:bodyPr>
          <a:lstStyle/>
          <a:p>
            <a:r>
              <a:rPr lang="en-US" sz="5400" dirty="0" err="1"/>
              <a:t>Ejercicio</a:t>
            </a:r>
            <a:r>
              <a:rPr lang="en-US" sz="5400" dirty="0"/>
              <a:t> de SQL</a:t>
            </a:r>
            <a:endParaRPr lang="es-AR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FB01AE-662B-A7D7-329E-5FB18075D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84" y="2122679"/>
            <a:ext cx="11897032" cy="1655762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/>
              <a:t>Cine</a:t>
            </a:r>
            <a:r>
              <a:rPr lang="en-US" sz="2200" dirty="0"/>
              <a:t> = (</a:t>
            </a:r>
            <a:r>
              <a:rPr lang="en-US" sz="2200" u="sng" dirty="0" err="1"/>
              <a:t>codC</a:t>
            </a:r>
            <a:r>
              <a:rPr lang="en-US" sz="2200" dirty="0"/>
              <a:t>, </a:t>
            </a:r>
            <a:r>
              <a:rPr lang="en-US" sz="2200" dirty="0" err="1"/>
              <a:t>nombre</a:t>
            </a:r>
            <a:r>
              <a:rPr lang="en-US" sz="2200" dirty="0"/>
              <a:t>, </a:t>
            </a:r>
            <a:r>
              <a:rPr lang="en-US" sz="2200" dirty="0" err="1"/>
              <a:t>direccion</a:t>
            </a:r>
            <a:r>
              <a:rPr lang="en-US" sz="2200" dirty="0"/>
              <a:t>)</a:t>
            </a:r>
            <a:br>
              <a:rPr lang="en-US" sz="2200" dirty="0"/>
            </a:br>
            <a:r>
              <a:rPr lang="en-US" sz="2200" b="1" dirty="0"/>
              <a:t>Sala</a:t>
            </a:r>
            <a:r>
              <a:rPr lang="en-US" sz="2200" dirty="0"/>
              <a:t> = (</a:t>
            </a:r>
            <a:r>
              <a:rPr lang="en-US" sz="2200" u="sng" dirty="0" err="1"/>
              <a:t>codS</a:t>
            </a:r>
            <a:r>
              <a:rPr lang="en-US" sz="2200" dirty="0"/>
              <a:t>, </a:t>
            </a:r>
            <a:r>
              <a:rPr lang="en-US" sz="2200" dirty="0" err="1"/>
              <a:t>nombreS</a:t>
            </a:r>
            <a:r>
              <a:rPr lang="en-US" sz="2200" dirty="0"/>
              <a:t>, </a:t>
            </a:r>
            <a:r>
              <a:rPr lang="en-US" sz="2200" dirty="0" err="1"/>
              <a:t>descripción</a:t>
            </a:r>
            <a:r>
              <a:rPr lang="en-US" sz="2200" dirty="0"/>
              <a:t>, </a:t>
            </a:r>
            <a:r>
              <a:rPr lang="en-US" sz="2200" dirty="0" err="1"/>
              <a:t>capacidad</a:t>
            </a:r>
            <a:r>
              <a:rPr lang="en-US" sz="2200" dirty="0"/>
              <a:t>, </a:t>
            </a:r>
            <a:r>
              <a:rPr lang="en-US" sz="2200" dirty="0" err="1"/>
              <a:t>codC</a:t>
            </a:r>
            <a:r>
              <a:rPr lang="en-US" sz="2200" dirty="0"/>
              <a:t>)</a:t>
            </a:r>
            <a:br>
              <a:rPr lang="en-US" sz="2200" dirty="0"/>
            </a:br>
            <a:r>
              <a:rPr lang="en-US" sz="2200" b="1" dirty="0" err="1"/>
              <a:t>Película</a:t>
            </a:r>
            <a:r>
              <a:rPr lang="en-US" sz="2200" dirty="0"/>
              <a:t> = (</a:t>
            </a:r>
            <a:r>
              <a:rPr lang="en-US" sz="2200" u="sng" dirty="0" err="1"/>
              <a:t>codP</a:t>
            </a:r>
            <a:r>
              <a:rPr lang="en-US" sz="2200" dirty="0"/>
              <a:t>, </a:t>
            </a:r>
            <a:r>
              <a:rPr lang="en-US" sz="2200" dirty="0" err="1"/>
              <a:t>nombre</a:t>
            </a:r>
            <a:r>
              <a:rPr lang="en-US" sz="2200" dirty="0"/>
              <a:t>, </a:t>
            </a:r>
            <a:r>
              <a:rPr lang="en-US" sz="2200" dirty="0" err="1"/>
              <a:t>descripción</a:t>
            </a:r>
            <a:r>
              <a:rPr lang="en-US" sz="2200" dirty="0"/>
              <a:t>, </a:t>
            </a:r>
            <a:r>
              <a:rPr lang="en-US" sz="2200" dirty="0" err="1"/>
              <a:t>genero</a:t>
            </a:r>
            <a:r>
              <a:rPr lang="en-US" sz="2200" dirty="0"/>
              <a:t>)</a:t>
            </a:r>
            <a:br>
              <a:rPr lang="en-US" sz="2200" dirty="0"/>
            </a:br>
            <a:r>
              <a:rPr lang="en-US" sz="2200" b="1" dirty="0" err="1"/>
              <a:t>Funcion</a:t>
            </a:r>
            <a:r>
              <a:rPr lang="en-US" sz="2200" dirty="0"/>
              <a:t> = (</a:t>
            </a:r>
            <a:r>
              <a:rPr lang="en-US" sz="2200" u="sng" dirty="0" err="1"/>
              <a:t>codF</a:t>
            </a:r>
            <a:r>
              <a:rPr lang="en-US" sz="2200" dirty="0"/>
              <a:t>, </a:t>
            </a:r>
            <a:r>
              <a:rPr lang="en-US" sz="2200" dirty="0" err="1"/>
              <a:t>codS</a:t>
            </a:r>
            <a:r>
              <a:rPr lang="en-US" sz="2200" dirty="0"/>
              <a:t>, </a:t>
            </a:r>
            <a:r>
              <a:rPr lang="en-US" sz="2200" dirty="0" err="1"/>
              <a:t>codP</a:t>
            </a:r>
            <a:r>
              <a:rPr lang="en-US" sz="2200" dirty="0"/>
              <a:t>, </a:t>
            </a:r>
            <a:r>
              <a:rPr lang="en-US" sz="2200" dirty="0" err="1"/>
              <a:t>fecha</a:t>
            </a:r>
            <a:r>
              <a:rPr lang="en-US" sz="2200" dirty="0"/>
              <a:t>, hora, </a:t>
            </a:r>
            <a:r>
              <a:rPr lang="en-US" sz="2200" dirty="0" err="1"/>
              <a:t>ocupación</a:t>
            </a:r>
            <a:r>
              <a:rPr lang="en-US" sz="2200" dirty="0"/>
              <a:t>) </a:t>
            </a:r>
            <a:r>
              <a:rPr lang="es-AR" sz="2200" dirty="0"/>
              <a:t>//ocupación indica # </a:t>
            </a:r>
            <a:r>
              <a:rPr lang="es-AR" sz="2200" dirty="0" err="1"/>
              <a:t>deespectadores</a:t>
            </a:r>
            <a:r>
              <a:rPr lang="es-AR" sz="2200" dirty="0"/>
              <a:t> de la función</a:t>
            </a:r>
          </a:p>
          <a:p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358F92-AF76-6380-A2FA-9E17E900E088}"/>
              </a:ext>
            </a:extLst>
          </p:cNvPr>
          <p:cNvSpPr txBox="1"/>
          <p:nvPr/>
        </p:nvSpPr>
        <p:spPr>
          <a:xfrm>
            <a:off x="147484" y="3707272"/>
            <a:ext cx="116217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Ejercicio</a:t>
            </a:r>
            <a:r>
              <a:rPr lang="en-US" sz="2200" b="1" dirty="0"/>
              <a:t>  2</a:t>
            </a:r>
            <a:r>
              <a:rPr lang="en-US" sz="2200" dirty="0"/>
              <a:t>: </a:t>
            </a:r>
            <a:r>
              <a:rPr lang="es-AR" sz="2200" dirty="0"/>
              <a:t>Reportar todas las películas que fueron exhibidas en funciones con menos de 30 espectadores. Ordenar por nombre de película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8B4006-F850-4726-FA0E-467EEC9EE8BA}"/>
              </a:ext>
            </a:extLst>
          </p:cNvPr>
          <p:cNvSpPr txBox="1"/>
          <p:nvPr/>
        </p:nvSpPr>
        <p:spPr>
          <a:xfrm>
            <a:off x="147485" y="4523530"/>
            <a:ext cx="45228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Solución</a:t>
            </a:r>
            <a:r>
              <a:rPr lang="en-US" sz="2200" dirty="0"/>
              <a:t>: </a:t>
            </a:r>
          </a:p>
          <a:p>
            <a:pPr lvl="2"/>
            <a:r>
              <a:rPr lang="en-US" sz="2200" b="1" dirty="0"/>
              <a:t>SELECT DISTINCT </a:t>
            </a:r>
            <a:r>
              <a:rPr lang="en-US" sz="2200" dirty="0" err="1"/>
              <a:t>P.nombre</a:t>
            </a:r>
            <a:endParaRPr lang="en-US" sz="2200" dirty="0"/>
          </a:p>
          <a:p>
            <a:pPr lvl="2"/>
            <a:r>
              <a:rPr lang="en-US" sz="2200" b="1" dirty="0"/>
              <a:t>FROM</a:t>
            </a:r>
            <a:r>
              <a:rPr lang="en-US" sz="2200" dirty="0"/>
              <a:t> </a:t>
            </a:r>
            <a:r>
              <a:rPr lang="en-US" sz="2200" dirty="0" err="1"/>
              <a:t>Pelicula</a:t>
            </a:r>
            <a:r>
              <a:rPr lang="en-US" sz="2200" dirty="0"/>
              <a:t> P, </a:t>
            </a:r>
            <a:r>
              <a:rPr lang="en-US" sz="2200" dirty="0" err="1"/>
              <a:t>Funcion</a:t>
            </a:r>
            <a:r>
              <a:rPr lang="en-US" sz="2200" dirty="0"/>
              <a:t> F</a:t>
            </a:r>
          </a:p>
          <a:p>
            <a:pPr lvl="2"/>
            <a:r>
              <a:rPr lang="en-US" sz="2200" b="1" dirty="0"/>
              <a:t>WHERE</a:t>
            </a:r>
            <a:r>
              <a:rPr lang="en-US" sz="2200" dirty="0"/>
              <a:t> </a:t>
            </a:r>
            <a:r>
              <a:rPr lang="en-US" sz="2200" dirty="0" err="1"/>
              <a:t>P.codP</a:t>
            </a:r>
            <a:r>
              <a:rPr lang="en-US" sz="2200" dirty="0"/>
              <a:t> = </a:t>
            </a:r>
            <a:r>
              <a:rPr lang="en-US" sz="2200" dirty="0" err="1"/>
              <a:t>F.codP</a:t>
            </a:r>
            <a:endParaRPr lang="en-US" sz="2200" dirty="0"/>
          </a:p>
          <a:p>
            <a:pPr lvl="2"/>
            <a:r>
              <a:rPr lang="en-US" sz="2200" dirty="0"/>
              <a:t>     </a:t>
            </a:r>
            <a:r>
              <a:rPr lang="en-US" sz="2200" b="1" dirty="0"/>
              <a:t>AND</a:t>
            </a:r>
            <a:r>
              <a:rPr lang="en-US" sz="2200" dirty="0"/>
              <a:t> </a:t>
            </a:r>
            <a:r>
              <a:rPr lang="en-US" sz="2200" dirty="0" err="1"/>
              <a:t>F.ocupacion</a:t>
            </a:r>
            <a:r>
              <a:rPr lang="en-US" sz="2200" dirty="0"/>
              <a:t> &lt; 30</a:t>
            </a:r>
          </a:p>
          <a:p>
            <a:pPr lvl="2"/>
            <a:r>
              <a:rPr lang="en-US" sz="2200" b="1" dirty="0"/>
              <a:t>ORDER</a:t>
            </a:r>
            <a:r>
              <a:rPr lang="en-US" sz="2200" dirty="0"/>
              <a:t> </a:t>
            </a:r>
            <a:r>
              <a:rPr lang="en-US" sz="2200" b="1" dirty="0"/>
              <a:t>BY</a:t>
            </a:r>
            <a:r>
              <a:rPr lang="en-US" sz="2200" dirty="0"/>
              <a:t> </a:t>
            </a:r>
            <a:r>
              <a:rPr lang="en-US" sz="2200" dirty="0" err="1"/>
              <a:t>P.nombre</a:t>
            </a:r>
            <a:endParaRPr lang="es-AR" sz="2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81F8627-D5E5-6971-C4F8-ECA60CE10C4A}"/>
              </a:ext>
            </a:extLst>
          </p:cNvPr>
          <p:cNvSpPr txBox="1"/>
          <p:nvPr/>
        </p:nvSpPr>
        <p:spPr>
          <a:xfrm>
            <a:off x="5230771" y="4864723"/>
            <a:ext cx="59583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2200" b="1" dirty="0"/>
              <a:t>SELECT DISTINCT </a:t>
            </a:r>
            <a:r>
              <a:rPr lang="en-US" sz="2200" dirty="0" err="1"/>
              <a:t>P.nombre</a:t>
            </a:r>
            <a:endParaRPr lang="en-US" sz="2200" dirty="0"/>
          </a:p>
          <a:p>
            <a:pPr lvl="2"/>
            <a:r>
              <a:rPr lang="en-US" sz="2200" b="1" dirty="0"/>
              <a:t>FROM</a:t>
            </a:r>
            <a:r>
              <a:rPr lang="en-US" sz="2200" dirty="0"/>
              <a:t> </a:t>
            </a:r>
            <a:r>
              <a:rPr lang="en-US" sz="2200" dirty="0" err="1"/>
              <a:t>Pelicula</a:t>
            </a:r>
            <a:r>
              <a:rPr lang="en-US" sz="2200" dirty="0"/>
              <a:t> P </a:t>
            </a:r>
          </a:p>
          <a:p>
            <a:pPr lvl="2"/>
            <a:r>
              <a:rPr lang="en-US" sz="2200" b="1" dirty="0"/>
              <a:t>INNER JOIN</a:t>
            </a:r>
            <a:r>
              <a:rPr lang="en-US" sz="2200" dirty="0"/>
              <a:t> </a:t>
            </a:r>
            <a:r>
              <a:rPr lang="en-US" sz="2200" dirty="0" err="1"/>
              <a:t>Funcion</a:t>
            </a:r>
            <a:r>
              <a:rPr lang="en-US" sz="2200" dirty="0"/>
              <a:t> F </a:t>
            </a:r>
            <a:r>
              <a:rPr lang="en-US" sz="2200" b="1" dirty="0"/>
              <a:t>ON </a:t>
            </a:r>
            <a:r>
              <a:rPr lang="en-US" sz="2200" dirty="0" err="1"/>
              <a:t>P.codP</a:t>
            </a:r>
            <a:r>
              <a:rPr lang="en-US" sz="2200" dirty="0"/>
              <a:t> = </a:t>
            </a:r>
            <a:r>
              <a:rPr lang="en-US" sz="2200" dirty="0" err="1"/>
              <a:t>F.codP</a:t>
            </a:r>
            <a:endParaRPr lang="en-US" sz="2200" dirty="0"/>
          </a:p>
          <a:p>
            <a:pPr lvl="2"/>
            <a:r>
              <a:rPr lang="en-US" sz="2200" b="1" dirty="0"/>
              <a:t>WHERE</a:t>
            </a:r>
            <a:r>
              <a:rPr lang="en-US" sz="2200" dirty="0"/>
              <a:t> </a:t>
            </a:r>
            <a:r>
              <a:rPr lang="en-US" sz="2200" dirty="0" err="1"/>
              <a:t>F.ocupacion</a:t>
            </a:r>
            <a:r>
              <a:rPr lang="en-US" sz="2200" dirty="0"/>
              <a:t> &lt; 30</a:t>
            </a:r>
          </a:p>
          <a:p>
            <a:pPr lvl="2"/>
            <a:r>
              <a:rPr lang="en-US" sz="2200" b="1" dirty="0"/>
              <a:t>ORDER</a:t>
            </a:r>
            <a:r>
              <a:rPr lang="en-US" sz="2200" dirty="0"/>
              <a:t> </a:t>
            </a:r>
            <a:r>
              <a:rPr lang="en-US" sz="2200" b="1" dirty="0"/>
              <a:t>BY</a:t>
            </a:r>
            <a:r>
              <a:rPr lang="en-US" sz="2200" dirty="0"/>
              <a:t> </a:t>
            </a:r>
            <a:r>
              <a:rPr lang="en-US" sz="2200" dirty="0" err="1"/>
              <a:t>P.nombre</a:t>
            </a:r>
            <a:endParaRPr lang="es-AR" sz="22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5844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278</Words>
  <Application>Microsoft Office PowerPoint</Application>
  <PresentationFormat>Panorámica</PresentationFormat>
  <Paragraphs>21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Ejercicio de Algebra Relacional</vt:lpstr>
      <vt:lpstr>Ejercicio de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Boratti</dc:creator>
  <cp:lastModifiedBy>Alberto Boratti</cp:lastModifiedBy>
  <cp:revision>6</cp:revision>
  <dcterms:created xsi:type="dcterms:W3CDTF">2025-11-06T22:01:38Z</dcterms:created>
  <dcterms:modified xsi:type="dcterms:W3CDTF">2025-11-07T11:39:33Z</dcterms:modified>
</cp:coreProperties>
</file>